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822960"/>
            <a:ext cx="301752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0"/>
            <a:ext cx="2651760" cy="9378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88720" y="1645920"/>
            <a:ext cx="137160" cy="32004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9144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0F172A"/>
                </a:solidFill>
                <a:latin typeface="Segoe UI"/>
              </a:defRPr>
            </a:pPr>
            <a:r>
              <a:t>Stock Market Portfolio Tracker</a:t>
            </a:r>
          </a:p>
          <a:p>
            <a:pPr>
              <a:spcAft>
                <a:spcPts val="1200"/>
              </a:spcAft>
              <a:defRPr sz="3100" b="1">
                <a:solidFill>
                  <a:srgbClr val="0D9488"/>
                </a:solidFill>
                <a:latin typeface="Segoe UI"/>
              </a:defRPr>
            </a:pPr>
            <a:r>
              <a:t>&amp; Return Analyzer in Excel</a:t>
            </a:r>
          </a:p>
          <a:p>
            <a:pPr>
              <a:spcAft>
                <a:spcPts val="16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A Simple, Smart &amp; Interactive Way to Track Your Stock Profits and Growth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Covering 11 Leading Indian Companies: HCL Tech, TCS, Infosys, Wipro, Tech Mahindra, HDFC Bank, Axis Bank, Coal India, RVNL, IRFC, Aditya Birla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5120640"/>
            <a:ext cx="9601200" cy="777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766E"/>
                </a:solidFill>
                <a:latin typeface="Segoe UI"/>
              </a:defRPr>
            </a:pPr>
            <a:r>
              <a:t>🎯 Easy to Understand  •  Interactive Dropdown Menu  •  Beautiful Charts (Donut, Pie &amp; Bar)  •  Zero Complex Math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STOCK MARKET PORTFOLIO TRACKER &amp; RETURN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1. Why We Built This: Making Stock Tracking Easy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"/>
            <a:ext cx="2651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1168"/>
            <a:ext cx="2286000" cy="808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766E"/>
                </a:solidFill>
                <a:latin typeface="Segoe UI"/>
              </a:defRPr>
            </a:pPr>
            <a:r>
              <a:t>💡  The Big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When people buy stocks, they want to easily know: 'Am I making profit or loss today?'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Instead of using complex financial software, we built an easy-to-use Excel dashboard that anyone can understand.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It brings all your stock investments together in one clean, beautiful screen.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👥  Who Is This For?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Daily Investors: People who want to check their daily gains in just 5 seconds.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Students &amp; Beginners: Learning how real stock portfolios work without getting confused by heavy jargon.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Working Professionals: Managing their hard-earned money and tracking annual dividend income.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⭐  What Makes It Special?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Click-and-Check Dropdown: Pick any stock (like HCL Tech) and see its whole story instantly.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Visual Graphs: Donut and Pie charts tell you where your money is invested.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No Hassle: Everything calculates automatically without manual typing.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STOCK MARKET PORTFOLIO TRACKER &amp; RETURN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2. Problems We Are Solving: The Real Difficulties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"/>
            <a:ext cx="2651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1168"/>
            <a:ext cx="2286000" cy="808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137160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11D48"/>
                </a:solidFill>
                <a:latin typeface="Segoe UI"/>
              </a:defRPr>
            </a:pPr>
            <a:r>
              <a:t>❌  1. Too Many Apps &amp;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People buy shares across Zerodha, Groww, Angel One, and Upstox.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It becomes very confusing to know your total combined wealth and overall profit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11D48"/>
                </a:solidFill>
                <a:latin typeface="Segoe UI"/>
              </a:defRPr>
            </a:pPr>
            <a:r>
              <a:t>❌  2. Messy &amp; Broken Spreadsheets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Normal spreadsheets are full of errors, wrong formulas, and numbers showing as ugly '###' hashtags because columns are too tight.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Most sheets look dull and are very boring to read.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97706"/>
                </a:solidFill>
                <a:latin typeface="Segoe UI"/>
              </a:defRPr>
            </a:pPr>
            <a:r>
              <a:t>⚠️  3. Hard to Analyze One Stock Quickly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If you want to see only HCL Tech or TCS, normal sheets force you to search and calculate by hand.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There is no simple dropdown button to filter everything.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97706"/>
                </a:solidFill>
                <a:latin typeface="Segoe UI"/>
              </a:defRPr>
            </a:pPr>
            <a:r>
              <a:t>⚠️  4. Forgetting Passive Dividend Income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Stocks pay yearly cash rewards (dividends), but most people forget to track how much free cash they are getting every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STOCK MARKET PORTFOLIO TRACKER &amp; RETURN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3. Our Solution: A Smart, One-Click Excel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"/>
            <a:ext cx="2651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1168"/>
            <a:ext cx="2286000" cy="808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766E"/>
                </a:solidFill>
                <a:latin typeface="Segoe UI"/>
              </a:defRPr>
            </a:pPr>
            <a:r>
              <a:t>🔘  Interactive Dropdown 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Just click on cell C3 and choose any stock (e.g. HCL Tech, RVNL, HDFC Bank).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The entire dashboard instantly changes and shows that stock's profit, price history, and details.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You can also pick 'ALL PORTFOLIO' to see everything combined.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📊  Clear &amp; Colorful Visuals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🍩 Donut Chart: Shows how much money is in Tech, Banking, Railways, and Energy.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🥧 Pie Chart: Shows which company has the biggest share of your money.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📈 Trend Graph: Shows whether a stock has been going up or down over the last 12 months.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🟢 Green &amp; Red Colors: Green means you made profit; Red means you are in loss.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⚡  Automatic Calculations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100% Automated: Uses smart Excel formulas (=XLOOKUP, =SUMIF).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No Truncation / No '###': All columns are wide and roomy.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Safe &amp; Clean: Works on any computer running Excel with zero errors.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STOCK MARKET PORTFOLIO TRACKER &amp; RETURN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4. Portfolio Data: 11 Well-Known Indian Companies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"/>
            <a:ext cx="2651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1168"/>
            <a:ext cx="2286000" cy="808463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1371600"/>
                <a:gridCol w="1645920"/>
                <a:gridCol w="1645920"/>
                <a:gridCol w="1920240"/>
              </a:tblGrid>
              <a:tr h="4191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Company / Stock Name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Business Sector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Shares Held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Buy Price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Current Price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Profit (%)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HCL Tech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IT &amp; Software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150 Shares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₹1,120.00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₹1,745.50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+55.8% Profit 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TCS (Tata)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IT &amp;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40 Shares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₹3,350.00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₹4,120.00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+23.0% Profit 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Infosys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IT &amp; Software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120 Shares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₹1,420.00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₹1,865.00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+31.3% Profit 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Wipro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IT &amp;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250 Shares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₹410.00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₹545.00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+32.9% Profit 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Tech Mahindra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IT &amp; Software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80 Shares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₹1,180.00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₹1,640.00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+39.0% Profit 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HDFC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Banking &amp;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100 Shares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₹1,490.00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₹1,680.00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+12.8% Profit 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Axis Bank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Banking &amp; Finance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90 Shares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₹960.00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₹1,265.00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+31.8% Profit 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Coal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Energy &amp; Mining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300 Shares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₹280.00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₹495.00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+76.8% Profit 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RVNL (Rail Vikas)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Railways &amp; Infra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350 Shares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₹175.00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₹565.00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+222.9% Profit 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IRFC (Indian Railway)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Railways &amp; 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800 Shares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₹185.00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+146.7% Profit 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Aditya Birla Capital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Finance &amp; Insurance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400 Shares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₹195.00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₹405.00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+107.7% Profit 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STOCK MARKET PORTFOLIO TRACKER &amp; RETURN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5. Important Numbers: How Much Money Was Made?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"/>
            <a:ext cx="2651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1168"/>
            <a:ext cx="2286000" cy="808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766E"/>
                </a:solidFill>
                <a:latin typeface="Segoe UI"/>
              </a:defRPr>
            </a:pPr>
            <a:r>
              <a:t>💰  Total Money &amp;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Total Money Invested: ₹10,48,400 spent to buy all the shares.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Current Portfolio Value: Has grown tremendously thanks to smart stock selection.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Overall Growth Rate (CAGR): Growing at ~28.4% every year, which is almost 4 times higher than a bank Fixed Deposit!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🎁  Yearly Dividend (Free Cash)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Total Yearly Dividend: Earns a handsome passive cash payout directly in the bank account.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Average Dividend Yield: ~2.45% free cashflow on top of stock price growth.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Best Dividend Payers: Coal India gives 5.2% cash back and HCL Tech gives 3.15% every year.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🛡️  Safety &amp; Risk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Risk Score (Beta = 1.04): Very balanced — moves safely in line with the Nifty 50 market.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Sharpe Ratio (2.12): Shows that the high returns came with great safety and smart risk management.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No Over-Concentration: Money is spread across 5 different industries, so risk is 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STOCK MARKET PORTFOLIO TRACKER &amp; RETURN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6. Key Insights: What Did We Learn From The Data?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"/>
            <a:ext cx="2651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1168"/>
            <a:ext cx="2286000" cy="808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137160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🚂  🚀 1. Railways Were The Biggest Winners!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RVNL gained +222.8% (more than 3X your money!) and IRFC gained +146.7% (more than 2.4X).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Reason: The Indian Government invested heavily in modernizing trains, railway lines, and stations.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💻  🛡️ 2. IT Sector Gives Steady Peace of Mind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Companies like TCS, Infosys, and HCL Tech gave 23% to 55% steady profits.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They protect the portfolio from market crashes and bring in good US Dollar revenue.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766E"/>
                </a:solidFill>
                <a:latin typeface="Segoe UI"/>
              </a:defRPr>
            </a:pPr>
            <a:r>
              <a:t>🏛️  🏦 3. Banks Build The Backbone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HDFC Bank and Axis Bank keep the money safe, while Aditya Birla Capital doubled (+107.7%).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Strong financial companies ensure the portfolio stays solid for years.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97706"/>
                </a:solidFill>
                <a:latin typeface="Segoe UI"/>
              </a:defRPr>
            </a:pPr>
            <a:r>
              <a:t>⚡  ⚡ 4. Coal India Gives Both Growth &amp; High Cash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Gained +76.8% in stock price AND pays a 5.2% cash dividend every year.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It works just like an extra monthly income stream.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STOCK MARKET PORTFOLIO TRACKER &amp; RETURN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7. User-Friendly Features: Simple to Operate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"/>
            <a:ext cx="2651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1168"/>
            <a:ext cx="2286000" cy="808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766E"/>
                </a:solidFill>
                <a:latin typeface="Segoe UI"/>
              </a:defRPr>
            </a:pPr>
            <a:r>
              <a:t>🖱️  Click-and-Select Dropdown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You don't need to write formulas.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Just open the Dashboard, click on cell C3, and pick any stock from the list.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Everything changes on your screen in less than a second!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📈  Mini Trend Graphs (Sparklines)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Every stock row has a tiny line graph right inside the table cell.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You can see at a glance whether the stock was going up, down, or flat over the last 12 months.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🎨  Color-Coded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Green means profit and positive change.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Red warns you if any stock is in loss.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Cyan bars show which stock is taking the largest share of your wallet.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STOCK MARKET PORTFOLIO TRACKER &amp; RETURN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8. Final Conclusion: Smart Investing Made Simple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"/>
            <a:ext cx="2651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1168"/>
            <a:ext cx="2286000" cy="808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766E"/>
                </a:solidFill>
                <a:latin typeface="Segoe UI"/>
              </a:defRPr>
            </a:pPr>
            <a:r>
              <a:t>👁️  1. Clear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No more guessing or logging into 4 different brokerage apps.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You have 100% clarity on your total portfolio wealth in one single Excel sheet.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🌱  2. High Growth &amp;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By mixing Railway growth stocks, IT giants, and Banking leaders, the portfolio grew at 28.4% per year with low risk.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Diversification protects your money.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🚀  3. Simple &amp; Long-Lasting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Built with standard Excel formulas so you can add new stocks or update prices anytime you want.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A powerful tool for lifelong wealth building.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695" cy="36576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STOCK MARKET PORTFOLIO TRACKER &amp; RETURN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9. Future Ideas: What Can We Add Next?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"/>
            <a:ext cx="26517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e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1168"/>
            <a:ext cx="2286000" cy="808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137160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766E"/>
                </a:solidFill>
                <a:latin typeface="Segoe UI"/>
              </a:defRPr>
            </a:pPr>
            <a:r>
              <a:t>🌐  1. Live Auto-Updating Stock 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Connect the Excel sheet directly to the internet so stock prices refresh automatically every minute without manual typing.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📱  2. WhatsApp / SMS Profit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754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Set up alerts so you get a message whenever your favorite stock reaches its target price or gives a dividend.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97706"/>
                </a:solidFill>
                <a:latin typeface="Segoe UI"/>
              </a:defRPr>
            </a:pPr>
            <a:r>
              <a:t>🧾  3. Tax Calculator (LTCG &amp; STCG)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Automatically calculate how much tax you owe on your stock profits so you are always ready for tax season.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🪙  4. Add Mutual Funds &amp; 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Add tabs to track Mutual Funds, SIPs, Gold ETFs, and Fixed Deposits all inside the same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